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 useTimings="0" showAnimation="1">
    <p:present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cover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1-title&quot;,&quot;role&quot;:&quot;title&quot;,&quot;group&quot;:&quot;heading&quot;,&quot;layout&quot;:&quot;cover&quot;}"/>
          <p:cNvSpPr/>
          <p:nvPr/>
        </p:nvSpPr>
        <p:spPr>
          <a:xfrm>
            <a:off x="1066800" y="2057400"/>
            <a:ext cx="10058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从想法到讲述</a:t>
            </a:r>
            <a:endParaRPr lang="en-US" sz="4600" dirty="0"/>
          </a:p>
        </p:txBody>
      </p:sp>
      <p:sp>
        <p:nvSpPr>
          <p:cNvPr id="3" name="llmpptx:decor:hero-accent" descr="{&quot;stableId&quot;:&quot;s1-hero-accent&quot;,&quot;role&quot;:&quot;decoration&quot;,&quot;group&quot;:&quot;footer&quot;,&quot;layout&quot;:&quot;cover&quot;}"/>
          <p:cNvSpPr/>
          <p:nvPr/>
        </p:nvSpPr>
        <p:spPr>
          <a:xfrm>
            <a:off x="609600" y="2057400"/>
            <a:ext cx="59436" cy="2057400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4" name="llmpptx:decor:eyebrow" descr="{&quot;stableId&quot;:&quot;s1-eyebrow&quot;,&quot;role&quot;:&quot;decoration&quot;,&quot;group&quot;:&quot;footer&quot;,&quot;layout&quot;:&quot;cover&quot;}"/>
          <p:cNvSpPr/>
          <p:nvPr/>
        </p:nvSpPr>
        <p:spPr>
          <a:xfrm>
            <a:off x="1066800" y="139903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演示制作工作流</a:t>
            </a:r>
            <a:endParaRPr lang="en-US" sz="1200" dirty="0"/>
          </a:p>
        </p:txBody>
      </p:sp>
      <p:sp>
        <p:nvSpPr>
          <p:cNvPr id="5" name="副标题" descr="{&quot;stableId&quot;:&quot;s1-subtitle&quot;,&quot;role&quot;:&quot;subtitle&quot;,&quot;group&quot;:&quot;heading&quot;,&quot;layout&quot;:&quot;cover&quot;}"/>
          <p:cNvSpPr/>
          <p:nvPr/>
        </p:nvSpPr>
        <p:spPr>
          <a:xfrm>
            <a:off x="1066800" y="3794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先打磨内容，再设计讲述节奏</a:t>
            </a:r>
            <a:endParaRPr lang="en-US" sz="2200" dirty="0"/>
          </a:p>
        </p:txBody>
      </p:sp>
      <p:sp>
        <p:nvSpPr>
          <p:cNvPr id="6" name="llmpptx:decor:footer-rule" descr="{&quot;stableId&quot;:&quot;s1-footer-rule&quot;,&quot;role&quot;:&quot;decoration&quot;,&quot;group&quot;:&quot;footer&quot;,&quot;layout&quot;:&quot;cover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7" name="llmpptx:decor:page-number" descr="{&quot;stableId&quot;:&quot;s1-page-number&quot;,&quot;role&quot;:&quot;decoration&quot;,&quot;group&quot;:&quot;footer&quot;,&quot;layout&quot;:&quot;cover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xmlns:p14="http://schemas.microsoft.com/office/powerpoint/2010/main" spd="med" advClick="1" p14:dur="65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500" fill="hold" accel="20000" decel="6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0" dur="500" fill="hold" accel="20000" decel="6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5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content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2-title&quot;,&quot;role&quot;:&quot;title&quot;,&quot;group&quot;:&quot;heading&quot;,&quot;layout&quot;:&quot;content&quot;}"/>
          <p:cNvSpPr/>
          <p:nvPr/>
        </p:nvSpPr>
        <p:spPr>
          <a:xfrm>
            <a:off x="609600" y="1188720"/>
            <a:ext cx="426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让内容各得其所</a:t>
            </a:r>
            <a:endParaRPr lang="en-US" sz="3400" dirty="0"/>
          </a:p>
        </p:txBody>
      </p:sp>
      <p:sp>
        <p:nvSpPr>
          <p:cNvPr id="3" name="副标题" descr="{&quot;stableId&quot;:&quot;s2-subtitle&quot;,&quot;role&quot;:&quot;subtitle&quot;,&quot;group&quot;:&quot;heading&quot;,&quot;layout&quot;:&quot;content&quot;}"/>
          <p:cNvSpPr/>
          <p:nvPr/>
        </p:nvSpPr>
        <p:spPr>
          <a:xfrm>
            <a:off x="609600" y="2743200"/>
            <a:ext cx="426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结构决定阅读顺序</a:t>
            </a:r>
            <a:endParaRPr lang="en-US" sz="2000" dirty="0"/>
          </a:p>
        </p:txBody>
      </p:sp>
      <p:sp>
        <p:nvSpPr>
          <p:cNvPr id="4" name="llmpptx:decor:split-rail" descr="{&quot;stableId&quot;:&quot;s2-split-rail&quot;,&quot;role&quot;:&quot;decoration&quot;,&quot;group&quot;:&quot;footer&quot;,&quot;layout&quot;:&quot;content&quot;}"/>
          <p:cNvSpPr/>
          <p:nvPr/>
        </p:nvSpPr>
        <p:spPr>
          <a:xfrm>
            <a:off x="5257800" y="868680"/>
            <a:ext cx="16459" cy="5230368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5" name="item-heading-1" descr="{&quot;stableId&quot;:&quot;s2-item-heading-1&quot;,&quot;role&quot;:&quot;item-heading&quot;,&quot;group&quot;:&quot;item-1&quot;,&quot;layout&quot;:&quot;content&quot;}"/>
          <p:cNvSpPr/>
          <p:nvPr/>
        </p:nvSpPr>
        <p:spPr>
          <a:xfrm>
            <a:off x="5867400" y="1051560"/>
            <a:ext cx="5349240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先明确一个结论</a:t>
            </a:r>
            <a:endParaRPr lang="en-US" sz="2300" dirty="0"/>
          </a:p>
        </p:txBody>
      </p:sp>
      <p:sp>
        <p:nvSpPr>
          <p:cNvPr id="6" name="正文 1" descr="{&quot;stableId&quot;:&quot;s2-body-1&quot;,&quot;role&quot;:&quot;body&quot;,&quot;group&quot;:&quot;item-1&quot;,&quot;layout&quot;:&quot;content&quot;}"/>
          <p:cNvSpPr/>
          <p:nvPr/>
        </p:nvSpPr>
        <p:spPr>
          <a:xfrm>
            <a:off x="5867400" y="1635760"/>
            <a:ext cx="5349240" cy="166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每页只承担一个明确的讲述任务。</a:t>
            </a:r>
            <a:endParaRPr lang="en-US" sz="2100" dirty="0"/>
          </a:p>
        </p:txBody>
      </p:sp>
      <p:sp>
        <p:nvSpPr>
          <p:cNvPr id="7" name="item-heading-2" descr="{&quot;stableId&quot;:&quot;s2-item-heading-2&quot;,&quot;role&quot;:&quot;item-heading&quot;,&quot;group&quot;:&quot;item-2&quot;,&quot;layout&quot;:&quot;content&quot;}"/>
          <p:cNvSpPr/>
          <p:nvPr/>
        </p:nvSpPr>
        <p:spPr>
          <a:xfrm>
            <a:off x="5867400" y="3575304"/>
            <a:ext cx="5349240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再提供支持</a:t>
            </a:r>
            <a:endParaRPr lang="en-US" sz="2300" dirty="0"/>
          </a:p>
        </p:txBody>
      </p:sp>
      <p:sp>
        <p:nvSpPr>
          <p:cNvPr id="8" name="正文 2" descr="{&quot;stableId&quot;:&quot;s2-body-2&quot;,&quot;role&quot;:&quot;body&quot;,&quot;group&quot;:&quot;item-2&quot;,&quot;layout&quot;:&quot;content&quot;}"/>
          <p:cNvSpPr/>
          <p:nvPr/>
        </p:nvSpPr>
        <p:spPr>
          <a:xfrm>
            <a:off x="5867400" y="4159504"/>
            <a:ext cx="5349240" cy="166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解释、证据与行动分别放在固定区域。</a:t>
            </a:r>
            <a:endParaRPr lang="en-US" sz="2100" dirty="0"/>
          </a:p>
        </p:txBody>
      </p:sp>
      <p:sp>
        <p:nvSpPr>
          <p:cNvPr id="9" name="llmpptx:decor:footer-rule" descr="{&quot;stableId&quot;:&quot;s2-footer-rule&quot;,&quot;role&quot;:&quot;decoration&quot;,&quot;group&quot;:&quot;footer&quot;,&quot;layout&quot;:&quot;content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10" name="llmpptx:decor:page-number" descr="{&quot;stableId&quot;:&quot;s2-page-number&quot;,&quot;role&quot;:&quot;decoration&quot;,&quot;group&quot;:&quot;footer&quot;,&quot;layout&quot;:&quot;content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xmlns:p14="http://schemas.microsoft.com/office/powerpoint/2010/main" spd="med" advClick="1" p14:dur="65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500" fill="hold" accel="20000" decel="6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0" dur="500" fill="hold" accel="20000" decel="6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3" dur="600" fill="hold" accel="20000" decel="6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14" dur="600" fill="hold" accel="20000" decel="65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7" dur="600" fill="hold" accel="2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18" dur="600" fill="hold" accel="2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2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1" dur="600" fill="hold" accel="2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22" dur="600" fill="hold" accel="2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5" dur="600" fill="hold" accel="2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26" dur="600" fill="hold" accel="20000" decel="6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 build="allAtOnce"/>
      <p:bldP spid="5" grpId="0" build="allAtOnce"/>
      <p:bldP spid="6" grpId="0" build="allAtOnce"/>
      <p:bldP spid="7" grpId="0" build="allAtOnce"/>
      <p:bldP spid="8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cards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3-title&quot;,&quot;role&quot;:&quot;title&quot;,&quot;group&quot;:&quot;heading&quot;,&quot;layout&quot;:&quot;cards&quot;}"/>
          <p:cNvSpPr/>
          <p:nvPr/>
        </p:nvSpPr>
        <p:spPr>
          <a:xfrm>
            <a:off x="609600" y="50292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三项设计原则</a:t>
            </a:r>
            <a:endParaRPr lang="en-US" sz="3200" dirty="0"/>
          </a:p>
        </p:txBody>
      </p:sp>
      <p:sp>
        <p:nvSpPr>
          <p:cNvPr id="3" name="panel-1" descr="{&quot;stableId&quot;:&quot;s3-panel-1&quot;,&quot;role&quot;:&quot;panel&quot;,&quot;group&quot;:&quot;item-1&quot;,&quot;layout&quot;:&quot;cards&quot;}"/>
          <p:cNvSpPr/>
          <p:nvPr/>
        </p:nvSpPr>
        <p:spPr>
          <a:xfrm>
            <a:off x="609600" y="1600200"/>
            <a:ext cx="3505200" cy="4498848"/>
          </a:xfrm>
          <a:prstGeom prst="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4" name="card-accent-1" descr="{&quot;stableId&quot;:&quot;s3-card-accent-1&quot;,&quot;role&quot;:&quot;marker&quot;,&quot;group&quot;:&quot;item-1&quot;,&quot;layout&quot;:&quot;cards&quot;}"/>
          <p:cNvSpPr/>
          <p:nvPr/>
        </p:nvSpPr>
        <p:spPr>
          <a:xfrm>
            <a:off x="883920" y="1874520"/>
            <a:ext cx="301752" cy="32004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5" name="number-1" descr="{&quot;stableId&quot;:&quot;s3-number-1&quot;,&quot;role&quot;:&quot;number&quot;,&quot;group&quot;:&quot;item-1&quot;,&quot;layout&quot;:&quot;cards&quot;}"/>
          <p:cNvSpPr/>
          <p:nvPr/>
        </p:nvSpPr>
        <p:spPr>
          <a:xfrm>
            <a:off x="3337560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item-heading-1" descr="{&quot;stableId&quot;:&quot;s3-item-heading-1&quot;,&quot;role&quot;:&quot;item-heading&quot;,&quot;group&quot;:&quot;item-1&quot;,&quot;layout&quot;:&quot;cards&quot;}"/>
          <p:cNvSpPr/>
          <p:nvPr/>
        </p:nvSpPr>
        <p:spPr>
          <a:xfrm>
            <a:off x="883920" y="2295144"/>
            <a:ext cx="2956560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</a:t>
            </a:r>
            <a:endParaRPr lang="en-US" sz="2300" dirty="0"/>
          </a:p>
        </p:txBody>
      </p:sp>
      <p:sp>
        <p:nvSpPr>
          <p:cNvPr id="7" name="正文 1" descr="{&quot;stableId&quot;:&quot;s3-body-1&quot;,&quot;role&quot;:&quot;body&quot;,&quot;group&quot;:&quot;item-1&quot;,&quot;layout&quot;:&quot;cards&quot;}"/>
          <p:cNvSpPr/>
          <p:nvPr/>
        </p:nvSpPr>
        <p:spPr>
          <a:xfrm>
            <a:off x="883920" y="2879344"/>
            <a:ext cx="2956560" cy="301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文字与图形可以在演示软件中继续微调。</a:t>
            </a:r>
            <a:endParaRPr lang="en-US" sz="2200" dirty="0"/>
          </a:p>
        </p:txBody>
      </p:sp>
      <p:sp>
        <p:nvSpPr>
          <p:cNvPr id="8" name="panel-2" descr="{&quot;stableId&quot;:&quot;s3-panel-2&quot;,&quot;role&quot;:&quot;panel&quot;,&quot;group&quot;:&quot;item-2&quot;,&quot;layout&quot;:&quot;cards&quot;}"/>
          <p:cNvSpPr/>
          <p:nvPr/>
        </p:nvSpPr>
        <p:spPr>
          <a:xfrm>
            <a:off x="4343400" y="1600200"/>
            <a:ext cx="3505200" cy="4498848"/>
          </a:xfrm>
          <a:prstGeom prst="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9" name="card-accent-2" descr="{&quot;stableId&quot;:&quot;s3-card-accent-2&quot;,&quot;role&quot;:&quot;marker&quot;,&quot;group&quot;:&quot;item-2&quot;,&quot;layout&quot;:&quot;cards&quot;}"/>
          <p:cNvSpPr/>
          <p:nvPr/>
        </p:nvSpPr>
        <p:spPr>
          <a:xfrm>
            <a:off x="4617720" y="1874520"/>
            <a:ext cx="301752" cy="32004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10" name="number-2" descr="{&quot;stableId&quot;:&quot;s3-number-2&quot;,&quot;role&quot;:&quot;number&quot;,&quot;group&quot;:&quot;item-2&quot;,&quot;layout&quot;:&quot;cards&quot;}"/>
          <p:cNvSpPr/>
          <p:nvPr/>
        </p:nvSpPr>
        <p:spPr>
          <a:xfrm>
            <a:off x="7071360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item-heading-2" descr="{&quot;stableId&quot;:&quot;s3-item-heading-2&quot;,&quot;role&quot;:&quot;item-heading&quot;,&quot;group&quot;:&quot;item-2&quot;,&quot;layout&quot;:&quot;cards&quot;}"/>
          <p:cNvSpPr/>
          <p:nvPr/>
        </p:nvSpPr>
        <p:spPr>
          <a:xfrm>
            <a:off x="4617720" y="2295144"/>
            <a:ext cx="2956560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有层次</a:t>
            </a:r>
            <a:endParaRPr lang="en-US" sz="2300" dirty="0"/>
          </a:p>
        </p:txBody>
      </p:sp>
      <p:sp>
        <p:nvSpPr>
          <p:cNvPr id="12" name="正文 2" descr="{&quot;stableId&quot;:&quot;s3-body-2&quot;,&quot;role&quot;:&quot;body&quot;,&quot;group&quot;:&quot;item-2&quot;,&quot;layout&quot;:&quot;cards&quot;}"/>
          <p:cNvSpPr/>
          <p:nvPr/>
        </p:nvSpPr>
        <p:spPr>
          <a:xfrm>
            <a:off x="4617720" y="2879344"/>
            <a:ext cx="2956560" cy="301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标题、观点和说明采用不同字号与留白。</a:t>
            </a:r>
            <a:endParaRPr lang="en-US" sz="2200" dirty="0"/>
          </a:p>
        </p:txBody>
      </p:sp>
      <p:sp>
        <p:nvSpPr>
          <p:cNvPr id="13" name="panel-3" descr="{&quot;stableId&quot;:&quot;s3-panel-3&quot;,&quot;role&quot;:&quot;panel&quot;,&quot;group&quot;:&quot;item-3&quot;,&quot;layout&quot;:&quot;cards&quot;}"/>
          <p:cNvSpPr/>
          <p:nvPr/>
        </p:nvSpPr>
        <p:spPr>
          <a:xfrm>
            <a:off x="8077200" y="1600200"/>
            <a:ext cx="3505200" cy="4498848"/>
          </a:xfrm>
          <a:prstGeom prst="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14" name="card-accent-3" descr="{&quot;stableId&quot;:&quot;s3-card-accent-3&quot;,&quot;role&quot;:&quot;marker&quot;,&quot;group&quot;:&quot;item-3&quot;,&quot;layout&quot;:&quot;cards&quot;}"/>
          <p:cNvSpPr/>
          <p:nvPr/>
        </p:nvSpPr>
        <p:spPr>
          <a:xfrm>
            <a:off x="8351520" y="1874520"/>
            <a:ext cx="301752" cy="32004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15" name="number-3" descr="{&quot;stableId&quot;:&quot;s3-number-3&quot;,&quot;role&quot;:&quot;number&quot;,&quot;group&quot;:&quot;item-3&quot;,&quot;layout&quot;:&quot;cards&quot;}"/>
          <p:cNvSpPr/>
          <p:nvPr/>
        </p:nvSpPr>
        <p:spPr>
          <a:xfrm>
            <a:off x="10805160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item-heading-3" descr="{&quot;stableId&quot;:&quot;s3-item-heading-3&quot;,&quot;role&quot;:&quot;item-heading&quot;,&quot;group&quot;:&quot;item-3&quot;,&quot;layout&quot;:&quot;cards&quot;}"/>
          <p:cNvSpPr/>
          <p:nvPr/>
        </p:nvSpPr>
        <p:spPr>
          <a:xfrm>
            <a:off x="8351520" y="2295144"/>
            <a:ext cx="2956560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有节奏</a:t>
            </a:r>
            <a:endParaRPr lang="en-US" sz="2300" dirty="0"/>
          </a:p>
        </p:txBody>
      </p:sp>
      <p:sp>
        <p:nvSpPr>
          <p:cNvPr id="17" name="正文 3" descr="{&quot;stableId&quot;:&quot;s3-body-3&quot;,&quot;role&quot;:&quot;body&quot;,&quot;group&quot;:&quot;item-3&quot;,&quot;layout&quot;:&quot;cards&quot;}"/>
          <p:cNvSpPr/>
          <p:nvPr/>
        </p:nvSpPr>
        <p:spPr>
          <a:xfrm>
            <a:off x="8351520" y="2879344"/>
            <a:ext cx="2956560" cy="301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每次点击展开一组内容，然后停留。</a:t>
            </a:r>
            <a:endParaRPr lang="en-US" sz="2200" dirty="0"/>
          </a:p>
        </p:txBody>
      </p:sp>
      <p:sp>
        <p:nvSpPr>
          <p:cNvPr id="18" name="llmpptx:decor:footer-rule" descr="{&quot;stableId&quot;:&quot;s3-footer-rule&quot;,&quot;role&quot;:&quot;decoration&quot;,&quot;group&quot;:&quot;footer&quot;,&quot;layout&quot;:&quot;cards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19" name="llmpptx:decor:page-number" descr="{&quot;stableId&quot;:&quot;s3-page-number&quot;,&quot;role&quot;:&quot;decoration&quot;,&quot;group&quot;:&quot;footer&quot;,&quot;layout&quot;:&quot;cards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xmlns:p14="http://schemas.microsoft.com/office/powerpoint/2010/main" spd="med" advClick="1" p14:dur="65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500" fill="hold" accel="20000" decel="6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0" dur="600" fill="hold" accel="20000" decel="6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11" dur="600" fill="hold" accel="20000" decel="6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13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4" dur="600" fill="hold" accel="20000" decel="6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15" dur="600" fill="hold" accel="20000" decel="65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8" dur="600" fill="hold" accel="20000" decel="6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19" dur="600" fill="hold" accel="20000" decel="65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2" dur="600" fill="hold" accel="2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23" dur="600" fill="hold" accel="2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2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6" dur="600" fill="hold" accel="2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27" dur="600" fill="hold" accel="2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2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0" dur="600" fill="hold" accel="2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31" dur="600" fill="hold" accel="20000" decel="6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4" dur="600" fill="hold" accel="20000" decel="6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35" dur="600" fill="hold" accel="20000" decel="65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3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8" dur="600" fill="hold" accel="20000" decel="6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39" dur="600" fill="hold" accel="20000" decel="65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4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2" dur="600" fill="hold" accel="20000" decel="6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43" dur="600" fill="hold" accel="20000" decel="65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45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6" dur="600" fill="hold" accel="20000" decel="6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47" dur="600" fill="hold" accel="20000" decel="65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after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 additive="base">
                                        <p:cTn id="49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50" dur="600" fill="hold" accel="20000" decel="6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51" dur="600" fill="hold" accel="20000" decel="65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 additive="base">
                                        <p:cTn id="5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54" dur="600" fill="hold" accel="20000" decel="6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55" dur="600" fill="hold" accel="20000" decel="65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 additive="base">
                                        <p:cTn id="57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58" dur="600" fill="hold" accel="2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59" dur="600" fill="hold" accel="20000" decel="65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 additive="base">
                                        <p:cTn id="6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62" dur="600" fill="hold" accel="2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63" dur="600" fill="hold" accel="20000" decel="65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 additive="base">
                                        <p:cTn id="6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66" dur="600" fill="hold" accel="20000" decel="6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67" dur="600" fill="hold" accel="20000" decel="65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5" grpId="0" build="allAtOnce"/>
      <p:bldP spid="6" grpId="0" build="allAtOnce"/>
      <p:bldP spid="7" grpId="0" build="allAtOnce"/>
      <p:bldP spid="10" grpId="0" build="allAtOnce"/>
      <p:bldP spid="11" grpId="0" build="allAtOnce"/>
      <p:bldP spid="12" grpId="0" build="allAtOnce"/>
      <p:bldP spid="15" grpId="0" build="allAtOnce"/>
      <p:bldP spid="16" grpId="0" build="allAtOnce"/>
      <p:bldP spid="17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comparison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4-title&quot;,&quot;role&quot;:&quot;title&quot;,&quot;group&quot;:&quot;heading&quot;,&quot;layout&quot;:&quot;comparison&quot;}"/>
          <p:cNvSpPr/>
          <p:nvPr/>
        </p:nvSpPr>
        <p:spPr>
          <a:xfrm>
            <a:off x="609600" y="50292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按内容选择推进方式</a:t>
            </a:r>
            <a:endParaRPr lang="en-US" sz="3200" dirty="0"/>
          </a:p>
        </p:txBody>
      </p:sp>
      <p:sp>
        <p:nvSpPr>
          <p:cNvPr id="3" name="panel-1" descr="{&quot;stableId&quot;:&quot;s4-panel-1&quot;,&quot;role&quot;:&quot;panel&quot;,&quot;group&quot;:&quot;item-1&quot;,&quot;layout&quot;:&quot;comparison&quot;}"/>
          <p:cNvSpPr/>
          <p:nvPr/>
        </p:nvSpPr>
        <p:spPr>
          <a:xfrm>
            <a:off x="609600" y="1600200"/>
            <a:ext cx="5372100" cy="4498848"/>
          </a:xfrm>
          <a:prstGeom prst="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4" name="card-accent-1" descr="{&quot;stableId&quot;:&quot;s4-card-accent-1&quot;,&quot;role&quot;:&quot;marker&quot;,&quot;group&quot;:&quot;item-1&quot;,&quot;layout&quot;:&quot;comparison&quot;}"/>
          <p:cNvSpPr/>
          <p:nvPr/>
        </p:nvSpPr>
        <p:spPr>
          <a:xfrm>
            <a:off x="883920" y="1874520"/>
            <a:ext cx="301752" cy="32004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5" name="number-1" descr="{&quot;stableId&quot;:&quot;s4-number-1&quot;,&quot;role&quot;:&quot;number&quot;,&quot;group&quot;:&quot;item-1&quot;,&quot;layout&quot;:&quot;comparison&quot;}"/>
          <p:cNvSpPr/>
          <p:nvPr/>
        </p:nvSpPr>
        <p:spPr>
          <a:xfrm>
            <a:off x="5204460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item-heading-1" descr="{&quot;stableId&quot;:&quot;s4-item-heading-1&quot;,&quot;role&quot;:&quot;item-heading&quot;,&quot;group&quot;:&quot;item-1&quot;,&quot;layout&quot;:&quot;comparison&quot;}"/>
          <p:cNvSpPr/>
          <p:nvPr/>
        </p:nvSpPr>
        <p:spPr>
          <a:xfrm>
            <a:off x="883920" y="2295144"/>
            <a:ext cx="4823460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自动展开</a:t>
            </a:r>
            <a:endParaRPr lang="en-US" sz="2300" dirty="0"/>
          </a:p>
        </p:txBody>
      </p:sp>
      <p:sp>
        <p:nvSpPr>
          <p:cNvPr id="7" name="正文 1" descr="{&quot;stableId&quot;:&quot;s4-body-1&quot;,&quot;role&quot;:&quot;body&quot;,&quot;group&quot;:&quot;item-1&quot;,&quot;layout&quot;:&quot;comparison&quot;}"/>
          <p:cNvSpPr/>
          <p:nvPr/>
        </p:nvSpPr>
        <p:spPr>
          <a:xfrm>
            <a:off x="883920" y="2879344"/>
            <a:ext cx="4823460" cy="301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适合简短说明。进入页面后自动入场，随后停留。</a:t>
            </a:r>
            <a:endParaRPr lang="en-US" sz="2200" dirty="0"/>
          </a:p>
        </p:txBody>
      </p:sp>
      <p:sp>
        <p:nvSpPr>
          <p:cNvPr id="8" name="panel-2" descr="{&quot;stableId&quot;:&quot;s4-panel-2&quot;,&quot;role&quot;:&quot;panel&quot;,&quot;group&quot;:&quot;item-2&quot;,&quot;layout&quot;:&quot;comparison&quot;}"/>
          <p:cNvSpPr/>
          <p:nvPr/>
        </p:nvSpPr>
        <p:spPr>
          <a:xfrm>
            <a:off x="6210300" y="1600200"/>
            <a:ext cx="5372100" cy="4498848"/>
          </a:xfrm>
          <a:prstGeom prst="rect">
            <a:avLst/>
          </a:prstGeom>
          <a:solidFill>
            <a:srgbClr val="DDE8FF"/>
          </a:solidFill>
          <a:ln w="12700">
            <a:solidFill>
              <a:srgbClr val="DDE8FF">
                <a:alpha val="0"/>
              </a:srgbClr>
            </a:solidFill>
            <a:prstDash val="solid"/>
          </a:ln>
        </p:spPr>
      </p:sp>
      <p:sp>
        <p:nvSpPr>
          <p:cNvPr id="9" name="card-accent-2" descr="{&quot;stableId&quot;:&quot;s4-card-accent-2&quot;,&quot;role&quot;:&quot;marker&quot;,&quot;group&quot;:&quot;item-2&quot;,&quot;layout&quot;:&quot;comparison&quot;}"/>
          <p:cNvSpPr/>
          <p:nvPr/>
        </p:nvSpPr>
        <p:spPr>
          <a:xfrm>
            <a:off x="6484620" y="1874520"/>
            <a:ext cx="301752" cy="32004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10" name="number-2" descr="{&quot;stableId&quot;:&quot;s4-number-2&quot;,&quot;role&quot;:&quot;number&quot;,&quot;group&quot;:&quot;item-2&quot;,&quot;layout&quot;:&quot;comparison&quot;}"/>
          <p:cNvSpPr/>
          <p:nvPr/>
        </p:nvSpPr>
        <p:spPr>
          <a:xfrm>
            <a:off x="10805160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item-heading-2" descr="{&quot;stableId&quot;:&quot;s4-item-heading-2&quot;,&quot;role&quot;:&quot;item-heading&quot;,&quot;group&quot;:&quot;item-2&quot;,&quot;layout&quot;:&quot;comparison&quot;}"/>
          <p:cNvSpPr/>
          <p:nvPr/>
        </p:nvSpPr>
        <p:spPr>
          <a:xfrm>
            <a:off x="6484620" y="2295144"/>
            <a:ext cx="4823460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点击讲解</a:t>
            </a:r>
            <a:endParaRPr lang="en-US" sz="2300" dirty="0"/>
          </a:p>
        </p:txBody>
      </p:sp>
      <p:sp>
        <p:nvSpPr>
          <p:cNvPr id="12" name="正文 2" descr="{&quot;stableId&quot;:&quot;s4-body-2&quot;,&quot;role&quot;:&quot;body&quot;,&quot;group&quot;:&quot;item-2&quot;,&quot;layout&quot;:&quot;comparison&quot;}"/>
          <p:cNvSpPr/>
          <p:nvPr/>
        </p:nvSpPr>
        <p:spPr>
          <a:xfrm>
            <a:off x="6484620" y="2879344"/>
            <a:ext cx="4823460" cy="301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适合对比与流程。演讲者决定每组信息何时出现。</a:t>
            </a:r>
            <a:endParaRPr lang="en-US" sz="2200" dirty="0"/>
          </a:p>
        </p:txBody>
      </p:sp>
      <p:sp>
        <p:nvSpPr>
          <p:cNvPr id="13" name="llmpptx:decor:footer-rule" descr="{&quot;stableId&quot;:&quot;s4-footer-rule&quot;,&quot;role&quot;:&quot;decoration&quot;,&quot;group&quot;:&quot;footer&quot;,&quot;layout&quot;:&quot;comparison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14" name="llmpptx:decor:page-number" descr="{&quot;stableId&quot;:&quot;s4-page-number&quot;,&quot;role&quot;:&quot;decoration&quot;,&quot;group&quot;:&quot;footer&quot;,&quot;layout&quot;:&quot;comparison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xmlns:p14="http://schemas.microsoft.com/office/powerpoint/2010/main" spd="med" advClick="1" p14:dur="65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500" fill="hold" accel="20000" decel="6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2" dur="600" fill="hold" accel="20000" decel="6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13" dur="600" fill="hold" accel="20000" decel="6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6" dur="600" fill="hold" accel="20000" decel="6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17" dur="600" fill="hold" accel="20000" decel="65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0" dur="600" fill="hold" accel="20000" decel="6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21" dur="600" fill="hold" accel="20000" decel="65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4" dur="600" fill="hold" accel="2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25" dur="600" fill="hold" accel="2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8" dur="600" fill="hold" accel="2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29" dur="600" fill="hold" accel="2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4" dur="600" fill="hold" accel="2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35" dur="600" fill="hold" accel="20000" decel="6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8" dur="600" fill="hold" accel="20000" decel="6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39" dur="600" fill="hold" accel="20000" decel="65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2" dur="600" fill="hold" accel="20000" decel="6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43" dur="600" fill="hold" accel="20000" decel="65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5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6" dur="600" fill="hold" accel="20000" decel="6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47" dur="600" fill="hold" accel="20000" decel="65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50" dur="600" fill="hold" accel="20000" decel="6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51" dur="600" fill="hold" accel="20000" decel="65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5" grpId="0" build="allAtOnce"/>
      <p:bldP spid="6" grpId="0" build="allAtOnce"/>
      <p:bldP spid="7" grpId="0" build="allAtOnce"/>
      <p:bldP spid="10" grpId="0" build="allAtOnce"/>
      <p:bldP spid="11" grpId="0" build="allAtOnce"/>
      <p:bldP spid="12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process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5-title&quot;,&quot;role&quot;:&quot;title&quot;,&quot;group&quot;:&quot;heading&quot;,&quot;layout&quot;:&quot;process&quot;}"/>
          <p:cNvSpPr/>
          <p:nvPr/>
        </p:nvSpPr>
        <p:spPr>
          <a:xfrm>
            <a:off x="609600" y="50292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三个连续的工作阶段</a:t>
            </a:r>
            <a:endParaRPr lang="en-US" sz="3200" dirty="0"/>
          </a:p>
        </p:txBody>
      </p:sp>
      <p:sp>
        <p:nvSpPr>
          <p:cNvPr id="3" name="takeaway-panel" descr="{&quot;stableId&quot;:&quot;s5-takeaway-panel&quot;,&quot;role&quot;:&quot;panel&quot;,&quot;group&quot;:&quot;takeaway&quot;,&quot;layout&quot;:&quot;process&quot;}"/>
          <p:cNvSpPr/>
          <p:nvPr/>
        </p:nvSpPr>
        <p:spPr>
          <a:xfrm>
            <a:off x="609600" y="5541264"/>
            <a:ext cx="10972800" cy="612648"/>
          </a:xfrm>
          <a:prstGeom prst="rect">
            <a:avLst/>
          </a:prstGeom>
          <a:solidFill>
            <a:srgbClr val="DDE8FF"/>
          </a:solidFill>
          <a:ln w="12700">
            <a:solidFill>
              <a:srgbClr val="DDE8FF">
                <a:alpha val="0"/>
              </a:srgbClr>
            </a:solidFill>
            <a:prstDash val="solid"/>
          </a:ln>
        </p:spPr>
      </p:sp>
      <p:sp>
        <p:nvSpPr>
          <p:cNvPr id="4" name="takeaway" descr="{&quot;stableId&quot;:&quot;s5-takeaway&quot;,&quot;role&quot;:&quot;takeaway&quot;,&quot;group&quot;:&quot;takeaway&quot;,&quot;layout&quot;:&quot;process&quot;}"/>
          <p:cNvSpPr/>
          <p:nvPr/>
        </p:nvSpPr>
        <p:spPr>
          <a:xfrm>
            <a:off x="838200" y="55961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静态排版确认后，再添加动画</a:t>
            </a:r>
            <a:endParaRPr lang="en-US" sz="2000" dirty="0"/>
          </a:p>
        </p:txBody>
      </p:sp>
      <p:sp>
        <p:nvSpPr>
          <p:cNvPr id="5" name="marker-1" descr="{&quot;stableId&quot;:&quot;s5-marker-1&quot;,&quot;role&quot;:&quot;marker&quot;,&quot;group&quot;:&quot;item-1&quot;,&quot;layout&quot;:&quot;process&quot;}"/>
          <p:cNvSpPr/>
          <p:nvPr/>
        </p:nvSpPr>
        <p:spPr>
          <a:xfrm>
            <a:off x="2115312" y="1783080"/>
            <a:ext cx="475488" cy="475488"/>
          </a:xfrm>
          <a:prstGeom prst="ellipse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6" name="number-1" descr="{&quot;stableId&quot;:&quot;s5-number-1&quot;,&quot;role&quot;:&quot;number&quot;,&quot;group&quot;:&quot;item-1&quot;,&quot;layout&quot;:&quot;process&quot;}"/>
          <p:cNvSpPr/>
          <p:nvPr/>
        </p:nvSpPr>
        <p:spPr>
          <a:xfrm>
            <a:off x="2179320" y="18562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item-heading-1" descr="{&quot;stableId&quot;:&quot;s5-item-heading-1&quot;,&quot;role&quot;:&quot;item-heading&quot;,&quot;group&quot;:&quot;item-1&quot;,&quot;layout&quot;:&quot;process&quot;}"/>
          <p:cNvSpPr/>
          <p:nvPr/>
        </p:nvSpPr>
        <p:spPr>
          <a:xfrm>
            <a:off x="664464" y="2569464"/>
            <a:ext cx="3377184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组织内容</a:t>
            </a:r>
            <a:endParaRPr lang="en-US" sz="2300" dirty="0"/>
          </a:p>
        </p:txBody>
      </p:sp>
      <p:sp>
        <p:nvSpPr>
          <p:cNvPr id="8" name="正文 1" descr="{&quot;stableId&quot;:&quot;s5-body-1&quot;,&quot;role&quot;:&quot;body&quot;,&quot;group&quot;:&quot;item-1&quot;,&quot;layout&quot;:&quot;process&quot;}"/>
          <p:cNvSpPr/>
          <p:nvPr/>
        </p:nvSpPr>
        <p:spPr>
          <a:xfrm>
            <a:off x="664464" y="3153664"/>
            <a:ext cx="3377184" cy="202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输入主题或材料，确认页数。</a:t>
            </a:r>
            <a:endParaRPr lang="en-US" sz="2100" dirty="0"/>
          </a:p>
        </p:txBody>
      </p:sp>
      <p:sp>
        <p:nvSpPr>
          <p:cNvPr id="9" name="connector-2" descr="{&quot;stableId&quot;:&quot;s5-connector-2&quot;,&quot;role&quot;:&quot;connector&quot;,&quot;group&quot;:&quot;item-2&quot;,&quot;layout&quot;:&quot;process&quot;}"/>
          <p:cNvSpPr/>
          <p:nvPr/>
        </p:nvSpPr>
        <p:spPr>
          <a:xfrm>
            <a:off x="2590800" y="2011680"/>
            <a:ext cx="3267456" cy="22860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10" name="marker-2" descr="{&quot;stableId&quot;:&quot;s5-marker-2&quot;,&quot;role&quot;:&quot;marker&quot;,&quot;group&quot;:&quot;item-2&quot;,&quot;layout&quot;:&quot;process&quot;}"/>
          <p:cNvSpPr/>
          <p:nvPr/>
        </p:nvSpPr>
        <p:spPr>
          <a:xfrm>
            <a:off x="5858256" y="1783080"/>
            <a:ext cx="475488" cy="475488"/>
          </a:xfrm>
          <a:prstGeom prst="ellipse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11" name="number-2" descr="{&quot;stableId&quot;:&quot;s5-number-2&quot;,&quot;role&quot;:&quot;number&quot;,&quot;group&quot;:&quot;item-2&quot;,&quot;layout&quot;:&quot;process&quot;}"/>
          <p:cNvSpPr/>
          <p:nvPr/>
        </p:nvSpPr>
        <p:spPr>
          <a:xfrm>
            <a:off x="5922264" y="18562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item-heading-2" descr="{&quot;stableId&quot;:&quot;s5-item-heading-2&quot;,&quot;role&quot;:&quot;item-heading&quot;,&quot;group&quot;:&quot;item-2&quot;,&quot;layout&quot;:&quot;process&quot;}"/>
          <p:cNvSpPr/>
          <p:nvPr/>
        </p:nvSpPr>
        <p:spPr>
          <a:xfrm>
            <a:off x="4407408" y="2569464"/>
            <a:ext cx="3377184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人工微调</a:t>
            </a:r>
            <a:endParaRPr lang="en-US" sz="2300" dirty="0"/>
          </a:p>
        </p:txBody>
      </p:sp>
      <p:sp>
        <p:nvSpPr>
          <p:cNvPr id="13" name="正文 2" descr="{&quot;stableId&quot;:&quot;s5-body-2&quot;,&quot;role&quot;:&quot;body&quot;,&quot;group&quot;:&quot;item-2&quot;,&quot;layout&quot;:&quot;process&quot;}"/>
          <p:cNvSpPr/>
          <p:nvPr/>
        </p:nvSpPr>
        <p:spPr>
          <a:xfrm>
            <a:off x="4407408" y="3153664"/>
            <a:ext cx="3377184" cy="202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PowerPoint 或 WPS 中调整静态文件。</a:t>
            </a:r>
            <a:endParaRPr lang="en-US" sz="2100" dirty="0"/>
          </a:p>
        </p:txBody>
      </p:sp>
      <p:sp>
        <p:nvSpPr>
          <p:cNvPr id="14" name="connector-3" descr="{&quot;stableId&quot;:&quot;s5-connector-3&quot;,&quot;role&quot;:&quot;connector&quot;,&quot;group&quot;:&quot;item-3&quot;,&quot;layout&quot;:&quot;process&quot;}"/>
          <p:cNvSpPr/>
          <p:nvPr/>
        </p:nvSpPr>
        <p:spPr>
          <a:xfrm>
            <a:off x="6333744" y="2011680"/>
            <a:ext cx="3267456" cy="22860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15" name="marker-3" descr="{&quot;stableId&quot;:&quot;s5-marker-3&quot;,&quot;role&quot;:&quot;marker&quot;,&quot;group&quot;:&quot;item-3&quot;,&quot;layout&quot;:&quot;process&quot;}"/>
          <p:cNvSpPr/>
          <p:nvPr/>
        </p:nvSpPr>
        <p:spPr>
          <a:xfrm>
            <a:off x="9601200" y="1783080"/>
            <a:ext cx="475488" cy="475488"/>
          </a:xfrm>
          <a:prstGeom prst="ellipse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16" name="number-3" descr="{&quot;stableId&quot;:&quot;s5-number-3&quot;,&quot;role&quot;:&quot;number&quot;,&quot;group&quot;:&quot;item-3&quot;,&quot;layout&quot;:&quot;process&quot;}"/>
          <p:cNvSpPr/>
          <p:nvPr/>
        </p:nvSpPr>
        <p:spPr>
          <a:xfrm>
            <a:off x="9665208" y="18562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item-heading-3" descr="{&quot;stableId&quot;:&quot;s5-item-heading-3&quot;,&quot;role&quot;:&quot;item-heading&quot;,&quot;group&quot;:&quot;item-3&quot;,&quot;layout&quot;:&quot;process&quot;}"/>
          <p:cNvSpPr/>
          <p:nvPr/>
        </p:nvSpPr>
        <p:spPr>
          <a:xfrm>
            <a:off x="8150352" y="2569464"/>
            <a:ext cx="3377184" cy="4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编排动画</a:t>
            </a:r>
            <a:endParaRPr lang="en-US" sz="2300" dirty="0"/>
          </a:p>
        </p:txBody>
      </p:sp>
      <p:sp>
        <p:nvSpPr>
          <p:cNvPr id="18" name="正文 3" descr="{&quot;stableId&quot;:&quot;s5-body-3&quot;,&quot;role&quot;:&quot;body&quot;,&quot;group&quot;:&quot;item-3&quot;,&quot;layout&quot;:&quot;process&quot;}"/>
          <p:cNvSpPr/>
          <p:nvPr/>
        </p:nvSpPr>
        <p:spPr>
          <a:xfrm>
            <a:off x="8150352" y="3153664"/>
            <a:ext cx="3377184" cy="202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重新上传，设置每次点击展开的对象。</a:t>
            </a:r>
            <a:endParaRPr lang="en-US" sz="2100" dirty="0"/>
          </a:p>
        </p:txBody>
      </p:sp>
      <p:sp>
        <p:nvSpPr>
          <p:cNvPr id="19" name="llmpptx:decor:footer-rule" descr="{&quot;stableId&quot;:&quot;s5-footer-rule&quot;,&quot;role&quot;:&quot;decoration&quot;,&quot;group&quot;:&quot;footer&quot;,&quot;layout&quot;:&quot;process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20" name="llmpptx:decor:page-number" descr="{&quot;stableId&quot;:&quot;s5-page-number&quot;,&quot;role&quot;:&quot;decoration&quot;,&quot;group&quot;:&quot;footer&quot;,&quot;layout&quot;:&quot;process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xmlns:p14="http://schemas.microsoft.com/office/powerpoint/2010/main" spd="med" advClick="1" p14:dur="65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500" fill="hold" accel="20000" decel="6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2" dur="600" fill="hold" accel="20000" decel="6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5" dur="600" fill="hold" accel="2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18" dur="600" fill="hold" accel="2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21" dur="600" fill="hold" accel="2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5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26" dur="600" fill="hold" accel="20000" decel="6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29" dur="600" fill="hold" accel="20000" decel="6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32" dur="600" fill="hold" accel="20000" decel="6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35" dur="600" fill="hold" accel="20000" decel="6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38" dur="600" fill="hold" accel="20000" decel="6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43" dur="600" fill="hold" accel="2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5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46" dur="600" fill="hold" accel="20000" decel="6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49" dur="600" fill="hold" accel="2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52" dur="600" fill="hold" accel="20000" decel="6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55" dur="600" fill="hold" accel="20000" decel="6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60" dur="600" fill="hold" accel="20000" decel="6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base">
                                        <p:cTn id="63" dur="600" fill="hold" accel="20000" decel="6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6" grpId="0" build="allAtOnce"/>
      <p:bldP spid="7" grpId="0" build="allAtOnce"/>
      <p:bldP spid="8" grpId="0" build="allAtOnce"/>
      <p:bldP spid="11" grpId="0" build="allAtOnce"/>
      <p:bldP spid="12" grpId="0" build="allAtOnce"/>
      <p:bldP spid="13" grpId="0" build="allAtOnce"/>
      <p:bldP spid="16" grpId="0" build="allAtOnce"/>
      <p:bldP spid="17" grpId="0" build="allAtOnce"/>
      <p:bldP spid="18" grpId="0" build="allAtOnce"/>
      <p:bldP spid="4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metrics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6-title&quot;,&quot;role&quot;:&quot;title&quot;,&quot;group&quot;:&quot;heading&quot;,&quot;layout&quot;:&quot;metrics&quot;}"/>
          <p:cNvSpPr/>
          <p:nvPr/>
        </p:nvSpPr>
        <p:spPr>
          <a:xfrm>
            <a:off x="609600" y="50292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规则示例</a:t>
            </a:r>
            <a:endParaRPr lang="en-US" sz="3200" dirty="0"/>
          </a:p>
        </p:txBody>
      </p:sp>
      <p:sp>
        <p:nvSpPr>
          <p:cNvPr id="3" name="副标题" descr="{&quot;stableId&quot;:&quot;s6-subtitle&quot;,&quot;role&quot;:&quot;subtitle&quot;,&quot;group&quot;:&quot;heading&quot;,&quot;layout&quot;:&quot;metrics&quot;}"/>
          <p:cNvSpPr/>
          <p:nvPr/>
        </p:nvSpPr>
        <p:spPr>
          <a:xfrm>
            <a:off x="609600" y="127101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以下为本项目的输入规则，不是调研数据</a:t>
            </a:r>
            <a:endParaRPr lang="en-US" sz="1800" dirty="0"/>
          </a:p>
        </p:txBody>
      </p:sp>
      <p:sp>
        <p:nvSpPr>
          <p:cNvPr id="4" name="takeaway-panel" descr="{&quot;stableId&quot;:&quot;s6-takeaway-panel&quot;,&quot;role&quot;:&quot;panel&quot;,&quot;group&quot;:&quot;takeaway&quot;,&quot;layout&quot;:&quot;metrics&quot;}"/>
          <p:cNvSpPr/>
          <p:nvPr/>
        </p:nvSpPr>
        <p:spPr>
          <a:xfrm>
            <a:off x="609600" y="5541264"/>
            <a:ext cx="10972800" cy="612648"/>
          </a:xfrm>
          <a:prstGeom prst="rect">
            <a:avLst/>
          </a:prstGeom>
          <a:solidFill>
            <a:srgbClr val="DDE8FF"/>
          </a:solidFill>
          <a:ln w="12700">
            <a:solidFill>
              <a:srgbClr val="DDE8FF">
                <a:alpha val="0"/>
              </a:srgbClr>
            </a:solidFill>
            <a:prstDash val="solid"/>
          </a:ln>
        </p:spPr>
      </p:sp>
      <p:sp>
        <p:nvSpPr>
          <p:cNvPr id="5" name="takeaway" descr="{&quot;stableId&quot;:&quot;s6-takeaway&quot;,&quot;role&quot;:&quot;takeaway&quot;,&quot;group&quot;:&quot;takeaway&quot;,&quot;layout&quot;:&quot;metrics&quot;}"/>
          <p:cNvSpPr/>
          <p:nvPr/>
        </p:nvSpPr>
        <p:spPr>
          <a:xfrm>
            <a:off x="838200" y="55961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只使用材料中已有的数字与口径</a:t>
            </a:r>
            <a:endParaRPr lang="en-US" sz="2000" dirty="0"/>
          </a:p>
        </p:txBody>
      </p:sp>
      <p:sp>
        <p:nvSpPr>
          <p:cNvPr id="6" name="panel-1" descr="{&quot;stableId&quot;:&quot;s6-panel-1&quot;,&quot;role&quot;:&quot;panel&quot;,&quot;group&quot;:&quot;item-1&quot;,&quot;layout&quot;:&quot;metrics&quot;}"/>
          <p:cNvSpPr/>
          <p:nvPr/>
        </p:nvSpPr>
        <p:spPr>
          <a:xfrm>
            <a:off x="609600" y="1975104"/>
            <a:ext cx="3505200" cy="3310128"/>
          </a:xfrm>
          <a:prstGeom prst="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7" name="value-1" descr="{&quot;stableId&quot;:&quot;s6-value-1&quot;,&quot;role&quot;:&quot;value&quot;,&quot;group&quot;:&quot;item-1&quot;,&quot;layout&quot;:&quot;metrics&quot;}"/>
          <p:cNvSpPr/>
          <p:nvPr/>
        </p:nvSpPr>
        <p:spPr>
          <a:xfrm>
            <a:off x="829056" y="2340864"/>
            <a:ext cx="3066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600" dirty="0"/>
          </a:p>
        </p:txBody>
      </p:sp>
      <p:sp>
        <p:nvSpPr>
          <p:cNvPr id="8" name="item-heading-1" descr="{&quot;stableId&quot;:&quot;s6-item-heading-1&quot;,&quot;role&quot;:&quot;item-heading&quot;,&quot;group&quot;:&quot;item-1&quot;,&quot;layout&quot;:&quot;metrics&quot;}"/>
          <p:cNvSpPr/>
          <p:nvPr/>
        </p:nvSpPr>
        <p:spPr>
          <a:xfrm>
            <a:off x="829056" y="3675888"/>
            <a:ext cx="3066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制作阶段</a:t>
            </a:r>
            <a:endParaRPr lang="en-US" sz="2300" dirty="0"/>
          </a:p>
        </p:txBody>
      </p:sp>
      <p:sp>
        <p:nvSpPr>
          <p:cNvPr id="9" name="正文 1" descr="{&quot;stableId&quot;:&quot;s6-body-1&quot;,&quot;role&quot;:&quot;body&quot;,&quot;group&quot;:&quot;item-1&quot;,&quot;layout&quot;:&quot;metrics&quot;}"/>
          <p:cNvSpPr/>
          <p:nvPr/>
        </p:nvSpPr>
        <p:spPr>
          <a:xfrm>
            <a:off x="829056" y="4434840"/>
            <a:ext cx="3066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静态生成与原生动画加工</a:t>
            </a:r>
            <a:endParaRPr lang="en-US" sz="2000" dirty="0"/>
          </a:p>
        </p:txBody>
      </p:sp>
      <p:sp>
        <p:nvSpPr>
          <p:cNvPr id="10" name="panel-2" descr="{&quot;stableId&quot;:&quot;s6-panel-2&quot;,&quot;role&quot;:&quot;panel&quot;,&quot;group&quot;:&quot;item-2&quot;,&quot;layout&quot;:&quot;metrics&quot;}"/>
          <p:cNvSpPr/>
          <p:nvPr/>
        </p:nvSpPr>
        <p:spPr>
          <a:xfrm>
            <a:off x="4343400" y="1975104"/>
            <a:ext cx="3505200" cy="3310128"/>
          </a:xfrm>
          <a:prstGeom prst="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11" name="value-2" descr="{&quot;stableId&quot;:&quot;s6-value-2&quot;,&quot;role&quot;:&quot;value&quot;,&quot;group&quot;:&quot;item-2&quot;,&quot;layout&quot;:&quot;metrics&quot;}"/>
          <p:cNvSpPr/>
          <p:nvPr/>
        </p:nvSpPr>
        <p:spPr>
          <a:xfrm>
            <a:off x="4562856" y="2340864"/>
            <a:ext cx="3066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1–30</a:t>
            </a:r>
            <a:endParaRPr lang="en-US" sz="4600" dirty="0"/>
          </a:p>
        </p:txBody>
      </p:sp>
      <p:sp>
        <p:nvSpPr>
          <p:cNvPr id="12" name="item-heading-2" descr="{&quot;stableId&quot;:&quot;s6-item-heading-2&quot;,&quot;role&quot;:&quot;item-heading&quot;,&quot;group&quot;:&quot;item-2&quot;,&quot;layout&quot;:&quot;metrics&quot;}"/>
          <p:cNvSpPr/>
          <p:nvPr/>
        </p:nvSpPr>
        <p:spPr>
          <a:xfrm>
            <a:off x="4562856" y="3675888"/>
            <a:ext cx="3066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编排页数</a:t>
            </a:r>
            <a:endParaRPr lang="en-US" sz="2300" dirty="0"/>
          </a:p>
        </p:txBody>
      </p:sp>
      <p:sp>
        <p:nvSpPr>
          <p:cNvPr id="13" name="正文 2" descr="{&quot;stableId&quot;:&quot;s6-body-2&quot;,&quot;role&quot;:&quot;body&quot;,&quot;group&quot;:&quot;item-2&quot;,&quot;layout&quot;:&quot;metrics&quot;}"/>
          <p:cNvSpPr/>
          <p:nvPr/>
        </p:nvSpPr>
        <p:spPr>
          <a:xfrm>
            <a:off x="4562856" y="4434840"/>
            <a:ext cx="3066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指定页数时严格校验</a:t>
            </a:r>
            <a:endParaRPr lang="en-US" sz="2000" dirty="0"/>
          </a:p>
        </p:txBody>
      </p:sp>
      <p:sp>
        <p:nvSpPr>
          <p:cNvPr id="14" name="panel-3" descr="{&quot;stableId&quot;:&quot;s6-panel-3&quot;,&quot;role&quot;:&quot;panel&quot;,&quot;group&quot;:&quot;item-3&quot;,&quot;layout&quot;:&quot;metrics&quot;}"/>
          <p:cNvSpPr/>
          <p:nvPr/>
        </p:nvSpPr>
        <p:spPr>
          <a:xfrm>
            <a:off x="8077200" y="1975104"/>
            <a:ext cx="3505200" cy="3310128"/>
          </a:xfrm>
          <a:prstGeom prst="rect">
            <a:avLst/>
          </a:prstGeom>
          <a:solidFill>
            <a:srgbClr val="EDF2FA"/>
          </a:solidFill>
          <a:ln w="12700">
            <a:solidFill>
              <a:srgbClr val="EDF2FA">
                <a:alpha val="0"/>
              </a:srgbClr>
            </a:solidFill>
            <a:prstDash val="solid"/>
          </a:ln>
        </p:spPr>
      </p:sp>
      <p:sp>
        <p:nvSpPr>
          <p:cNvPr id="15" name="value-3" descr="{&quot;stableId&quot;:&quot;s6-value-3&quot;,&quot;role&quot;:&quot;value&quot;,&quot;group&quot;:&quot;item-3&quot;,&quot;layout&quot;:&quot;metrics&quot;}"/>
          <p:cNvSpPr/>
          <p:nvPr/>
        </p:nvSpPr>
        <p:spPr>
          <a:xfrm>
            <a:off x="8296656" y="2340864"/>
            <a:ext cx="3066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245B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4600" dirty="0"/>
          </a:p>
        </p:txBody>
      </p:sp>
      <p:sp>
        <p:nvSpPr>
          <p:cNvPr id="16" name="item-heading-3" descr="{&quot;stableId&quot;:&quot;s6-item-heading-3&quot;,&quot;role&quot;:&quot;item-heading&quot;,&quot;group&quot;:&quot;item-3&quot;,&quot;layout&quot;:&quot;metrics&quot;}"/>
          <p:cNvSpPr/>
          <p:nvPr/>
        </p:nvSpPr>
        <p:spPr>
          <a:xfrm>
            <a:off x="8296656" y="3675888"/>
            <a:ext cx="3066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定时翻页</a:t>
            </a:r>
            <a:endParaRPr lang="en-US" sz="2300" dirty="0"/>
          </a:p>
        </p:txBody>
      </p:sp>
      <p:sp>
        <p:nvSpPr>
          <p:cNvPr id="17" name="正文 3" descr="{&quot;stableId&quot;:&quot;s6-body-3&quot;,&quot;role&quot;:&quot;body&quot;,&quot;group&quot;:&quot;item-3&quot;,&quot;layout&quot;:&quot;metrics&quot;}"/>
          <p:cNvSpPr/>
          <p:nvPr/>
        </p:nvSpPr>
        <p:spPr>
          <a:xfrm>
            <a:off x="8296656" y="4434840"/>
            <a:ext cx="3066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由演讲者控制推进</a:t>
            </a:r>
            <a:endParaRPr lang="en-US" sz="2000" dirty="0"/>
          </a:p>
        </p:txBody>
      </p:sp>
      <p:sp>
        <p:nvSpPr>
          <p:cNvPr id="18" name="llmpptx:decor:footer-rule" descr="{&quot;stableId&quot;:&quot;s6-footer-rule&quot;,&quot;role&quot;:&quot;decoration&quot;,&quot;group&quot;:&quot;footer&quot;,&quot;layout&quot;:&quot;metrics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19" name="llmpptx:decor:page-number" descr="{&quot;stableId&quot;:&quot;s6-page-number&quot;,&quot;role&quot;:&quot;decoration&quot;,&quot;group&quot;:&quot;footer&quot;,&quot;layout&quot;:&quot;metrics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xmlns:p14="http://schemas.microsoft.com/office/powerpoint/2010/main" spd="med" advClick="1" p14:dur="65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500" fill="hold" accel="20000" decel="6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0" dur="500" fill="hold" accel="20000" decel="6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3" dur="600" fill="hold" accel="2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14" dur="600" fill="hold" accel="2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7" dur="600" fill="hold" accel="2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18" dur="600" fill="hold" accel="2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1" dur="600" fill="hold" accel="2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22" dur="600" fill="hold" accel="20000" decel="6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5" dur="600" fill="hold" accel="20000" decel="6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26" dur="600" fill="hold" accel="20000" decel="65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2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9" dur="600" fill="hold" accel="20000" decel="6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30" dur="600" fill="hold" accel="20000" decel="65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32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3" dur="600" fill="hold" accel="20000" decel="6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34" dur="600" fill="hold" accel="20000" decel="65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7" dur="600" fill="hold" accel="20000" decel="6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38" dur="600" fill="hold" accel="20000" decel="65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4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1" dur="600" fill="hold" accel="20000" decel="6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42" dur="600" fill="hold" accel="20000" decel="65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after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 additive="base">
                                        <p:cTn id="4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5" dur="600" fill="hold" accel="20000" decel="6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46" dur="600" fill="hold" accel="20000" decel="65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9" dur="600" fill="hold" accel="2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50" dur="600" fill="hold" accel="20000" decel="65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 additive="base">
                                        <p:cTn id="5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53" dur="600" fill="hold" accel="2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54" dur="600" fill="hold" accel="20000" decel="65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 additive="base">
                                        <p:cTn id="56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57" dur="600" fill="hold" accel="20000" decel="6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58" dur="600" fill="hold" accel="20000" decel="65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after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61" dur="600" fill="hold" accel="20000" decel="6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62" dur="600" fill="hold" accel="20000" decel="65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 additive="base">
                                        <p:cTn id="64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65" dur="600" fill="hold" accel="20000" decel="6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66" dur="600" fill="hold" accel="20000" decel="65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 build="allAtOnce"/>
      <p:bldP spid="7" grpId="0" build="allAtOnce"/>
      <p:bldP spid="8" grpId="0" build="allAtOnce"/>
      <p:bldP spid="9" grpId="0" build="allAtOnce"/>
      <p:bldP spid="11" grpId="0" build="allAtOnce"/>
      <p:bldP spid="12" grpId="0" build="allAtOnce"/>
      <p:bldP spid="13" grpId="0" build="allAtOnce"/>
      <p:bldP spid="15" grpId="0" build="allAtOnce"/>
      <p:bldP spid="16" grpId="0" build="allAtOnce"/>
      <p:bldP spid="17" grpId="0" build="allAtOnce"/>
      <p:bldP spid="5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statement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7-title&quot;,&quot;role&quot;:&quot;title&quot;,&quot;group&quot;:&quot;heading&quot;,&quot;layout&quot;:&quot;statement&quot;}"/>
          <p:cNvSpPr/>
          <p:nvPr/>
        </p:nvSpPr>
        <p:spPr>
          <a:xfrm>
            <a:off x="1066800" y="1691640"/>
            <a:ext cx="10058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好的演示需要明确的讲述顺序</a:t>
            </a:r>
            <a:endParaRPr lang="en-US" sz="4600" dirty="0"/>
          </a:p>
        </p:txBody>
      </p:sp>
      <p:sp>
        <p:nvSpPr>
          <p:cNvPr id="3" name="llmpptx:decor:hero-accent" descr="{&quot;stableId&quot;:&quot;s7-hero-accent&quot;,&quot;role&quot;:&quot;decoration&quot;,&quot;group&quot;:&quot;footer&quot;,&quot;layout&quot;:&quot;statement&quot;}"/>
          <p:cNvSpPr/>
          <p:nvPr/>
        </p:nvSpPr>
        <p:spPr>
          <a:xfrm>
            <a:off x="609600" y="1691640"/>
            <a:ext cx="59436" cy="2057400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4" name="副标题" descr="{&quot;stableId&quot;:&quot;s7-subtitle&quot;,&quot;role&quot;:&quot;subtitle&quot;,&quot;group&quot;:&quot;heading&quot;,&quot;layout&quot;:&quot;statement&quot;}"/>
          <p:cNvSpPr/>
          <p:nvPr/>
        </p:nvSpPr>
        <p:spPr>
          <a:xfrm>
            <a:off x="1066800" y="34290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让观众跟得上，让演讲者控制节奏</a:t>
            </a:r>
            <a:endParaRPr lang="en-US" sz="2200" dirty="0"/>
          </a:p>
        </p:txBody>
      </p:sp>
      <p:sp>
        <p:nvSpPr>
          <p:cNvPr id="5" name="llmpptx:decor:footer-rule" descr="{&quot;stableId&quot;:&quot;s7-footer-rule&quot;,&quot;role&quot;:&quot;decoration&quot;,&quot;group&quot;:&quot;footer&quot;,&quot;layout&quot;:&quot;statement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6" name="llmpptx:decor:page-number" descr="{&quot;stableId&quot;:&quot;s7-page-number&quot;,&quot;role&quot;:&quot;decoration&quot;,&quot;group&quot;:&quot;footer&quot;,&quot;layout&quot;:&quot;statement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xmlns:p14="http://schemas.microsoft.com/office/powerpoint/2010/main" spd="med" advClick="1" p14:dur="65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500" fill="hold" accel="20000" decel="6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0" dur="500" fill="hold" accel="20000" decel="6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4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lmpptx:layout:summary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 descr="{&quot;stableId&quot;:&quot;s8-title&quot;,&quot;role&quot;:&quot;title&quot;,&quot;group&quot;:&quot;heading&quot;,&quot;layout&quot;:&quot;summary&quot;}"/>
          <p:cNvSpPr/>
          <p:nvPr/>
        </p:nvSpPr>
        <p:spPr>
          <a:xfrm>
            <a:off x="609600" y="50292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交付前确认</a:t>
            </a:r>
            <a:endParaRPr lang="en-US" sz="3200" dirty="0"/>
          </a:p>
        </p:txBody>
      </p:sp>
      <p:sp>
        <p:nvSpPr>
          <p:cNvPr id="3" name="takeaway-panel" descr="{&quot;stableId&quot;:&quot;s8-takeaway-panel&quot;,&quot;role&quot;:&quot;panel&quot;,&quot;group&quot;:&quot;takeaway&quot;,&quot;layout&quot;:&quot;summary&quot;}"/>
          <p:cNvSpPr/>
          <p:nvPr/>
        </p:nvSpPr>
        <p:spPr>
          <a:xfrm>
            <a:off x="609600" y="5541264"/>
            <a:ext cx="10972800" cy="612648"/>
          </a:xfrm>
          <a:prstGeom prst="rect">
            <a:avLst/>
          </a:prstGeom>
          <a:solidFill>
            <a:srgbClr val="DDE8FF"/>
          </a:solidFill>
          <a:ln w="12700">
            <a:solidFill>
              <a:srgbClr val="DDE8FF">
                <a:alpha val="0"/>
              </a:srgbClr>
            </a:solidFill>
            <a:prstDash val="solid"/>
          </a:ln>
        </p:spPr>
      </p:sp>
      <p:sp>
        <p:nvSpPr>
          <p:cNvPr id="4" name="takeaway" descr="{&quot;stableId&quot;:&quot;s8-takeaway&quot;,&quot;role&quot;:&quot;takeaway&quot;,&quot;group&quot;:&quot;takeaway&quot;,&quot;layout&quot;:&quot;summary&quot;}"/>
          <p:cNvSpPr/>
          <p:nvPr/>
        </p:nvSpPr>
        <p:spPr>
          <a:xfrm>
            <a:off x="838200" y="55961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先确认静态内容，再确认真实放映效果</a:t>
            </a:r>
            <a:endParaRPr lang="en-US" sz="2000" dirty="0"/>
          </a:p>
        </p:txBody>
      </p:sp>
      <p:sp>
        <p:nvSpPr>
          <p:cNvPr id="5" name="row-rule-1" descr="{&quot;stableId&quot;:&quot;s8-row-rule-1&quot;,&quot;role&quot;:&quot;marker&quot;,&quot;group&quot;:&quot;item-1&quot;,&quot;layout&quot;:&quot;summary&quot;}"/>
          <p:cNvSpPr/>
          <p:nvPr/>
        </p:nvSpPr>
        <p:spPr>
          <a:xfrm>
            <a:off x="609600" y="1636776"/>
            <a:ext cx="32004" cy="883920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6" name="item-heading-1" descr="{&quot;stableId&quot;:&quot;s8-item-heading-1&quot;,&quot;role&quot;:&quot;item-heading&quot;,&quot;group&quot;:&quot;item-1&quot;,&quot;layout&quot;:&quot;summary&quot;}"/>
          <p:cNvSpPr/>
          <p:nvPr/>
        </p:nvSpPr>
        <p:spPr>
          <a:xfrm>
            <a:off x="838200" y="1600200"/>
            <a:ext cx="103784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内容完整</a:t>
            </a:r>
            <a:endParaRPr lang="en-US" sz="2000" dirty="0"/>
          </a:p>
        </p:txBody>
      </p:sp>
      <p:sp>
        <p:nvSpPr>
          <p:cNvPr id="7" name="正文 1" descr="{&quot;stableId&quot;:&quot;s8-body-1&quot;,&quot;role&quot;:&quot;body&quot;,&quot;group&quot;:&quot;item-1&quot;,&quot;layout&quot;:&quot;summary&quot;}"/>
          <p:cNvSpPr/>
          <p:nvPr/>
        </p:nvSpPr>
        <p:spPr>
          <a:xfrm>
            <a:off x="838200" y="2108200"/>
            <a:ext cx="1037844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保留事实与原始文字。</a:t>
            </a:r>
            <a:endParaRPr lang="en-US" sz="2200" dirty="0"/>
          </a:p>
        </p:txBody>
      </p:sp>
      <p:sp>
        <p:nvSpPr>
          <p:cNvPr id="8" name="row-rule-2" descr="{&quot;stableId&quot;:&quot;s8-row-rule-2&quot;,&quot;role&quot;:&quot;marker&quot;,&quot;group&quot;:&quot;item-2&quot;,&quot;layout&quot;:&quot;summary&quot;}"/>
          <p:cNvSpPr/>
          <p:nvPr/>
        </p:nvSpPr>
        <p:spPr>
          <a:xfrm>
            <a:off x="609600" y="2776728"/>
            <a:ext cx="32004" cy="883920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9" name="item-heading-2" descr="{&quot;stableId&quot;:&quot;s8-item-heading-2&quot;,&quot;role&quot;:&quot;item-heading&quot;,&quot;group&quot;:&quot;item-2&quot;,&quot;layout&quot;:&quot;summary&quot;}"/>
          <p:cNvSpPr/>
          <p:nvPr/>
        </p:nvSpPr>
        <p:spPr>
          <a:xfrm>
            <a:off x="838200" y="2740152"/>
            <a:ext cx="103784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对象独立</a:t>
            </a:r>
            <a:endParaRPr lang="en-US" sz="2000" dirty="0"/>
          </a:p>
        </p:txBody>
      </p:sp>
      <p:sp>
        <p:nvSpPr>
          <p:cNvPr id="10" name="正文 2" descr="{&quot;stableId&quot;:&quot;s8-body-2&quot;,&quot;role&quot;:&quot;body&quot;,&quot;group&quot;:&quot;item-2&quot;,&quot;layout&quot;:&quot;summary&quot;}"/>
          <p:cNvSpPr/>
          <p:nvPr/>
        </p:nvSpPr>
        <p:spPr>
          <a:xfrm>
            <a:off x="838200" y="3248152"/>
            <a:ext cx="1037844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可以继续修改排版。</a:t>
            </a:r>
            <a:endParaRPr lang="en-US" sz="2200" dirty="0"/>
          </a:p>
        </p:txBody>
      </p:sp>
      <p:sp>
        <p:nvSpPr>
          <p:cNvPr id="11" name="row-rule-3" descr="{&quot;stableId&quot;:&quot;s8-row-rule-3&quot;,&quot;role&quot;:&quot;marker&quot;,&quot;group&quot;:&quot;item-3&quot;,&quot;layout&quot;:&quot;summary&quot;}"/>
          <p:cNvSpPr/>
          <p:nvPr/>
        </p:nvSpPr>
        <p:spPr>
          <a:xfrm>
            <a:off x="609600" y="3916680"/>
            <a:ext cx="32004" cy="883920"/>
          </a:xfrm>
          <a:prstGeom prst="rect">
            <a:avLst/>
          </a:prstGeom>
          <a:solidFill>
            <a:srgbClr val="245BD7"/>
          </a:solidFill>
          <a:ln w="12700">
            <a:solidFill>
              <a:srgbClr val="245BD7">
                <a:alpha val="0"/>
              </a:srgbClr>
            </a:solidFill>
            <a:prstDash val="solid"/>
          </a:ln>
        </p:spPr>
      </p:sp>
      <p:sp>
        <p:nvSpPr>
          <p:cNvPr id="12" name="item-heading-3" descr="{&quot;stableId&quot;:&quot;s8-item-heading-3&quot;,&quot;role&quot;:&quot;item-heading&quot;,&quot;group&quot;:&quot;item-3&quot;,&quot;layout&quot;:&quot;summary&quot;}"/>
          <p:cNvSpPr/>
          <p:nvPr/>
        </p:nvSpPr>
        <p:spPr>
          <a:xfrm>
            <a:off x="838200" y="3880104"/>
            <a:ext cx="1037844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82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节奏可控</a:t>
            </a:r>
            <a:endParaRPr lang="en-US" sz="2000" dirty="0"/>
          </a:p>
        </p:txBody>
      </p:sp>
      <p:sp>
        <p:nvSpPr>
          <p:cNvPr id="13" name="正文 3" descr="{&quot;stableId&quot;:&quot;s8-body-3&quot;,&quot;role&quot;:&quot;body&quot;,&quot;group&quot;:&quot;item-3&quot;,&quot;layout&quot;:&quot;summary&quot;}"/>
          <p:cNvSpPr/>
          <p:nvPr/>
        </p:nvSpPr>
        <p:spPr>
          <a:xfrm>
            <a:off x="838200" y="4388104"/>
            <a:ext cx="1037844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展开后停留，点击再继续。</a:t>
            </a:r>
            <a:endParaRPr lang="en-US" sz="2200" dirty="0"/>
          </a:p>
        </p:txBody>
      </p:sp>
      <p:sp>
        <p:nvSpPr>
          <p:cNvPr id="14" name="llmpptx:decor:footer-rule" descr="{&quot;stableId&quot;:&quot;s8-footer-rule&quot;,&quot;role&quot;:&quot;decoration&quot;,&quot;group&quot;:&quot;footer&quot;,&quot;layout&quot;:&quot;summary&quot;}"/>
          <p:cNvSpPr/>
          <p:nvPr/>
        </p:nvSpPr>
        <p:spPr>
          <a:xfrm>
            <a:off x="609600" y="6437376"/>
            <a:ext cx="10972800" cy="10973"/>
          </a:xfrm>
          <a:prstGeom prst="rect">
            <a:avLst/>
          </a:prstGeom>
          <a:solidFill>
            <a:srgbClr val="D9E1EE"/>
          </a:solidFill>
          <a:ln w="12700">
            <a:solidFill>
              <a:srgbClr val="D9E1EE">
                <a:alpha val="0"/>
              </a:srgbClr>
            </a:solidFill>
            <a:prstDash val="solid"/>
          </a:ln>
        </p:spPr>
      </p:sp>
      <p:sp>
        <p:nvSpPr>
          <p:cNvPr id="15" name="llmpptx:decor:page-number" descr="{&quot;stableId&quot;:&quot;s8-page-number&quot;,&quot;role&quot;:&quot;decoration&quot;,&quot;group&quot;:&quot;footer&quot;,&quot;layout&quot;:&quot;summary&quot;}"/>
          <p:cNvSpPr/>
          <p:nvPr/>
        </p:nvSpPr>
        <p:spPr>
          <a:xfrm>
            <a:off x="10954512" y="651052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367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ransition xmlns:p="http://schemas.openxmlformats.org/presentationml/2006/main" xmlns:p14="http://schemas.microsoft.com/office/powerpoint/2010/main" spd="med" advClick="1" p14:dur="650">
    <p:fade/>
  </p:transition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500" fill="hold" accel="20000" decel="6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0" dur="600" fill="hold" accel="20000" decel="6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11" dur="600" fill="hold" accel="20000" decel="65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4" dur="600" fill="hold" accel="2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15" dur="600" fill="hold" accel="2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 additive="base"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8" dur="600" fill="hold" accel="2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19" dur="600" fill="hold" accel="2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2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2" dur="600" fill="hold" accel="2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23" dur="600" fill="hold" accel="20000" decel="6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25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6" dur="600" fill="hold" accel="20000" decel="6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27" dur="600" fill="hold" accel="20000" decel="65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29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0" dur="600" fill="hold" accel="20000" decel="6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31" dur="600" fill="hold" accel="20000" decel="65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after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 additive="base"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4" dur="600" fill="hold" accel="20000" decel="6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35" dur="600" fill="hold" accel="20000" decel="65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 additive="base">
                                        <p:cTn id="3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8" dur="600" fill="hold" accel="20000" decel="6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39" dur="600" fill="hold" accel="20000" decel="65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 additive="base">
                                        <p:cTn id="4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2" dur="600" fill="hold" accel="20000" decel="6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43" dur="600" fill="hold" accel="20000" decel="65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after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 additive="base">
                                        <p:cTn id="45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6" dur="600" fill="hold" accel="20000" decel="6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47" dur="600" fill="hold" accel="20000" decel="6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 additive="base">
                                        <p:cTn id="4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50" dur="600" fill="hold" accel="20000" decel="6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18000 L 0 0 E" pathEditMode="relative">
                                      <p:cBhvr additive="base">
                                        <p:cTn id="51" dur="600" fill="hold" accel="20000" decel="65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6" grpId="0" build="allAtOnce"/>
      <p:bldP spid="7" grpId="0" build="allAtOnce"/>
      <p:bldP spid="9" grpId="0" build="allAtOnce"/>
      <p:bldP spid="10" grpId="0" build="allAtOnce"/>
      <p:bldP spid="12" grpId="0" build="allAtOnce"/>
      <p:bldP spid="13" grpId="0" build="allAtOnce"/>
      <p:bldP spid="4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从想法到讲述</dc:title>
  <dc:subject>可编辑的静态演示文稿</dc:subject>
  <dc:creator>llm-pptx</dc:creator>
  <cp:lastModifiedBy>llm-pptx</cp:lastModifiedBy>
  <cp:revision>1</cp:revision>
  <dcterms:created xsi:type="dcterms:W3CDTF">2026-10-17T18:40:47Z</dcterms:created>
  <dcterms:modified xsi:type="dcterms:W3CDTF">2026-10-17T18:40:47Z</dcterms:modified>
</cp:coreProperties>
</file>